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141944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4600" b="1" dirty="0">
              <a:solidFill>
                <a:srgbClr val="F8FAFC"/>
              </a:solidFill>
            </a:endParaRPr>
          </a:p>
          <a:p>
            <a:r>
              <a:rPr sz="5400" b="1" dirty="0">
                <a:solidFill>
                  <a:srgbClr val="06B6D4"/>
                </a:solidFill>
              </a:rPr>
              <a:t>Kubernetes Monitoring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4A3B8"/>
                </a:solidFill>
              </a:rPr>
              <a:t>Real-time visibility into Kubernetes clusters, workloads, metrics, alerts and operational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09160"/>
            <a:ext cx="31546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91032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367528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React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709160"/>
            <a:ext cx="31546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4709160"/>
            <a:ext cx="73152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491032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367528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FastAPI +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4709160"/>
            <a:ext cx="31546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79" y="4709160"/>
            <a:ext cx="731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491032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367528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Kubernetes + Prometheus +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A unified monitoring platform for Kubernetes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8FAFC"/>
                </a:solidFill>
              </a:defRPr>
            </a:pPr>
            <a:r>
              <a:t>• Centralizes cluster, node, pod, deployment, service and namespace visibility.</a:t>
            </a:r>
          </a:p>
          <a:p>
            <a:pPr>
              <a:spcAft>
                <a:spcPts val="1400"/>
              </a:spcAft>
              <a:defRPr sz="1900">
                <a:solidFill>
                  <a:srgbClr val="F8FAFC"/>
                </a:solidFill>
              </a:defRPr>
            </a:pPr>
            <a:r>
              <a:t>• Connects directly to a real Kubernetes cluster through the Kubernetes API.</a:t>
            </a:r>
          </a:p>
          <a:p>
            <a:pPr>
              <a:spcAft>
                <a:spcPts val="1400"/>
              </a:spcAft>
              <a:defRPr sz="1900">
                <a:solidFill>
                  <a:srgbClr val="F8FAFC"/>
                </a:solidFill>
              </a:defRPr>
            </a:pPr>
            <a:r>
              <a:t>• Collects cluster-state metrics with kube-state-metrics and Prometheus.</a:t>
            </a:r>
          </a:p>
          <a:p>
            <a:pPr>
              <a:spcAft>
                <a:spcPts val="1400"/>
              </a:spcAft>
              <a:defRPr sz="1900">
                <a:solidFill>
                  <a:srgbClr val="F8FAFC"/>
                </a:solidFill>
              </a:defRPr>
            </a:pPr>
            <a:r>
              <a:t>• Provides a web dashboard for operational monitoring and troubleshooting.</a:t>
            </a:r>
          </a:p>
          <a:p>
            <a:pPr>
              <a:spcAft>
                <a:spcPts val="1400"/>
              </a:spcAft>
              <a:defRPr sz="1900">
                <a:solidFill>
                  <a:srgbClr val="F8FAFC"/>
                </a:solidFill>
              </a:defRPr>
            </a:pPr>
            <a:r>
              <a:t>• Supports authentication, reporting, alerts, logs, security and optimization modules.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Fragmented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Kubernetes resources, metrics, logs and alerts are often spread across multiple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4297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61848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Operational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Operators need a simple view of cluster health and workload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73152" cy="4297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1848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Slow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75688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Detecting unhealthy workloads requires correlating resource state, metrics, events and logs.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Monitor Kubernetes clusters and resource health in near real time.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Display nodes, pods, deployments, services and namespaces from the connected cluster.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Collect and query Prometheus metrics for infrastructure and workload monitoring.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Provide logs, events, alerts and reports for troubleshooting.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Use a secure role-aware dashboard architecture for controlled access.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• Provide a foundation for AI-assisted insights and cost/security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CloudOps-AI connects application, orchestration and monitoring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234440"/>
            <a:ext cx="1005840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1560" y="123444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435608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React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92808"/>
            <a:ext cx="96469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Login • Dashboard • Nodes • Pods • Metrics • Alerts •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423160"/>
            <a:ext cx="1005840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1560" y="2423160"/>
            <a:ext cx="7315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624328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81528"/>
            <a:ext cx="96469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REST APIs • Authentication • Kubernetes Service • Prometheus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611880"/>
            <a:ext cx="1005840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51560" y="3611880"/>
            <a:ext cx="73152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813048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Monitoring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70248"/>
            <a:ext cx="96469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Prometheus • kube-state-metrics • Grafana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800600"/>
            <a:ext cx="1005840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4800600"/>
            <a:ext cx="73152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001768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Kubernetes / 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58968"/>
            <a:ext cx="964692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Nodes • Pods • Deployments • Services • Namespaces • Events • 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React.js
Vite
HTML / CSS /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60" y="132588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5270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842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Python
FastAPI
HTTPX
JWT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325880"/>
            <a:ext cx="73152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5270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98424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Kubernetes Python Client
AWS EKS
kubectl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73152" cy="1920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Prometheus
kube-state-metrics
Grafana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65760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6576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385876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31596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PostgreSQL
Docker Compose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65760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365760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385876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DevOps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315968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Docker
Git / GitHub
PowerShell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35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Dashboard overview and cluster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92808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35608"/>
            <a:ext cx="4773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F8FAFC"/>
                </a:solidFill>
              </a:rPr>
              <a:t>Real Kubernetes inventory: nodes, pods, deployments, services and namespaces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8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73152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78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Prometheus metric querying and summaries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63640" y="2377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37744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578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Pod logs and Kubernetes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35808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520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52044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721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Alerts, security and optimization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78808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63640" y="3520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52044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721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Reports and AI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78808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663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4663440"/>
            <a:ext cx="73152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864607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Authentication and protected application 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321807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63640" y="4663440"/>
            <a:ext cx="50749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466344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864607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Grafana integration for monitoring visualization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21807"/>
            <a:ext cx="46634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Real Kubernetes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Verified project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004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EKS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Cluster: rajdeep-k8s-cluster
Region: ap-south-1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2004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52704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Kubernetes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842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Python Kubernetes client retrieves real resource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325880"/>
            <a:ext cx="320040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1325880"/>
            <a:ext cx="73152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152704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Prometheus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9842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Receives kube-state-metrics data from the cluster.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297180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8880" y="297180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97480" y="317296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Verified 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630168"/>
            <a:ext cx="27889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2 real EKS nodes returned by Prometheus.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71800"/>
            <a:ext cx="32004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297180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317296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Verified Pods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630168"/>
            <a:ext cx="278892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9 real Kubernetes pods returned by Prometheus.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92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The dashboard pipeline was tested with real cluster data rather than the original hard-coded demo resources.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Monitoring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7400"/>
            <a:ext cx="20574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2057400"/>
            <a:ext cx="73152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58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15768"/>
            <a:ext cx="1645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Resource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4328" y="254203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057400"/>
            <a:ext cx="20574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39" y="205740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39" y="2258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kube-state-metrics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2715768"/>
            <a:ext cx="1645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Expose cluster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4203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057400"/>
            <a:ext cx="20574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59" y="205740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59" y="2258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Prometheus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715768"/>
            <a:ext cx="1645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Store/query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7" y="254203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057400"/>
            <a:ext cx="20574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2057400"/>
            <a:ext cx="73152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2258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715768"/>
            <a:ext cx="1645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Application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542032"/>
            <a:ext cx="411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057400"/>
            <a:ext cx="205740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29800" y="205740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2258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715768"/>
            <a:ext cx="16459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Dashboard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Backend API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/dashboard/overview — cluster health and resource summary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/inventory/nodes — real Kubernetes nodes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/inventory/pods — real Kubernetes pods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/inventory/deployments — deployment inventory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/inventory/services — service inventory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/inventory/namespaces — namespace inventory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/inventory/events — Kubernetes events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/inventory/logs — pod log retrieval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/metrics/summary and /metrics/query — Prometheus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Containerized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7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Port: 5173
React web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73152" cy="1783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15727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29967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Port: 8000
FastAPI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73152" cy="1783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5727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29967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Port: 9090
Metrics collection/query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73152" cy="1783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8587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1596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Port: 3000
Monitoring visualization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657600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59" y="3657600"/>
            <a:ext cx="73152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59" y="38587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4315968"/>
            <a:ext cx="292607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Port: 5432
Application database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Security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JWT-based authentication is part of the backend architecture.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Protected frontend routes restrict access to authenticated users.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Secrets and credentials are kept outside the Git repository through .env configuration.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Kubernetes access uses the configured kubeconfig / cluster context.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Prometheus and Grafana are integrated as separate monitoring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Key integration checks completed during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Kubernetes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29967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KubernetesService reported AVAILABLE = True and returned real EKS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2918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572768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Prometheus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7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count(kube_node_info) returned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2918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73152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72768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Pod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29967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count(kube_pod_info) returned 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3520440"/>
            <a:ext cx="32918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06040" y="3520440"/>
            <a:ext cx="73152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3721608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Backend → 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17880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FastAPI container successfully queried http://prometheus:9090.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20440"/>
            <a:ext cx="32918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52044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721608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GitHub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78808"/>
            <a:ext cx="28803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Project configured for Git/GitHub with environment secrets excluded.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Single web interface for Kubernetes operational visibility.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Reduces context switching between kubectl, Prometheus and Grafana.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Provides real-time resource information from the connected cluster.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Supports faster investigation through logs, events and metrics.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Containerized architecture makes local deployment repeatable.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Modular backend and frontend structure supports future expansion.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Multi-cluster monitoring across EKS, GKE and AKS.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Advanced anomaly detection and AI-assisted root-cause analysis.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Automated alert routing through email, Slack or other notification channels.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Historical trend analysis and capacity forecasting.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Detailed cloud cost optimization and resource recommendations.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Fine-grained RBAC and audit logging for enterprise environments.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Suggested Live Demo Flow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23444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8930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161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Start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16152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docker compose up -d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9842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Connect 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kubectl get nodes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3405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157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Expose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15768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kubectl port-forward -n kube-system svc/kube-state-metrics 8080:8080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48386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53872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6557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Verify 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65576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count(kube_node_info) → 2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23367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88536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1538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Verify pods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15384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count(kube_pod_info) → 9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8347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038343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651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8FAFC"/>
                </a:solidFill>
              </a:rPr>
              <a:t>Open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65192"/>
            <a:ext cx="6675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http://localhost:5173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087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06B6D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875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dirty="0" err="1">
                <a:solidFill>
                  <a:srgbClr val="F8FAFC"/>
                </a:solidFill>
              </a:rPr>
              <a:t>CloudOps</a:t>
            </a:r>
            <a:r>
              <a:rPr sz="2200" dirty="0">
                <a:solidFill>
                  <a:srgbClr val="F8FAFC"/>
                </a:solidFill>
              </a:rPr>
              <a:t>-AI provides a unified, containerized monitoring dashboard that connects a</a:t>
            </a:r>
            <a:r>
              <a:rPr lang="en-IN" sz="2200" dirty="0">
                <a:solidFill>
                  <a:srgbClr val="F8FAFC"/>
                </a:solidFill>
              </a:rPr>
              <a:t> </a:t>
            </a:r>
            <a:r>
              <a:rPr sz="2200" dirty="0">
                <a:solidFill>
                  <a:srgbClr val="F8FAFC"/>
                </a:solidFill>
              </a:rPr>
              <a:t>React interface and </a:t>
            </a:r>
            <a:r>
              <a:rPr sz="2200" dirty="0" err="1">
                <a:solidFill>
                  <a:srgbClr val="F8FAFC"/>
                </a:solidFill>
              </a:rPr>
              <a:t>FastAPI</a:t>
            </a:r>
            <a:r>
              <a:rPr sz="2200" dirty="0">
                <a:solidFill>
                  <a:srgbClr val="F8FAFC"/>
                </a:solidFill>
              </a:rPr>
              <a:t> backend to real Kubernetes and Prometheus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4800600"/>
            <a:ext cx="6126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</a:rPr>
              <a:t>CloudOps-AI Kubernetes Monitoring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4A3B8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1038</Words>
  <Application>Microsoft Office PowerPoint</Application>
  <PresentationFormat>Widescreen</PresentationFormat>
  <Paragraphs>197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RAJDEEP MAITI</cp:lastModifiedBy>
  <cp:revision>3</cp:revision>
  <dcterms:created xsi:type="dcterms:W3CDTF">2013-01-27T09:14:16Z</dcterms:created>
  <dcterms:modified xsi:type="dcterms:W3CDTF">2026-09-21T10:21:02Z</dcterms:modified>
  <cp:category/>
</cp:coreProperties>
</file>